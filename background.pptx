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DC3"/>
    <a:srgbClr val="F5F5F5"/>
    <a:srgbClr val="0E0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002F0-8A46-6402-8696-A037D82FC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BFB4A8-1AC4-982D-C9DE-358852F44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1F9A10-9C43-DD52-BCA4-6A261F7D9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C28291-0B71-7344-BB45-8FD6D1C6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CE4389-760B-2B70-C3B9-05883B0A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68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0EA7E-EB4D-919F-6FF7-3CC38441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7A2B65-44FC-8263-5E27-315245275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1E846D-74CC-7B0F-C845-0F939B91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CC408F-D00F-CF1F-968D-16AD6C02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8EA017-C3B3-D189-9373-68F315E9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7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E5744-D291-6706-2465-ADC042935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6176D4-EB12-6D4A-1046-935D1F6D8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DD337C-8123-458D-545D-FDC28311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028F96-A805-CE99-5FB2-ACFDA3FE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18CBC8-9941-2285-D124-5F6784C5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12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0B8AB-F9D4-B96F-87B0-774B6772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F27717-7D8F-E2DB-B90E-D7B9D6D0C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3494FE-39A0-E239-35D7-FA41BBE35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7A10B6-0157-CDB4-6759-D80805AC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B749F5-2CAA-B530-F590-16AEDD50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8864F5-94F3-BA0F-943D-E5789357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52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E5BC7-0860-7838-67EE-839C681FA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55CC2D-6377-18FA-FBD6-3D43371C9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0C5F82-DDE8-B74F-7FFF-A00FD3589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C2F391-F4C8-7B69-1785-FE74BFAFC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400B59D-BE01-35AD-78AB-A24153FB9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3F6C2E3-199D-2FE9-54DE-0B90969C5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39AEB27-6C23-C3B0-3FF1-9D7DD9DB8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D340BD8-97A8-D706-0EE4-F77C6ED6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12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A2457-8C5B-4D94-9024-883BE688E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C18BE4-FF33-3A4F-61F6-807F132C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E05772-3660-4132-D91F-2FCFF2E9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93B4AB-761F-4509-D815-9B03BA6D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347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AF129D4-36EC-0E1C-00E6-E2D906BE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659091-BA24-5289-DA09-57D5D2448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A8F1E6-CC55-4CB6-6FCD-474D967F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14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4B458-9037-EA7B-8064-A83E8E44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31877D-281B-3EC3-12D5-E61D10D3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A91EAD-BAC1-142C-9373-1EBFC8B5B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D4BD4D-F6C1-2A11-E161-C6A3CD34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A28101-B991-6311-563C-ACAF1891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3F8475-FB6C-23F4-32CD-9BE5C13A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9933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F0035-3A80-CFDD-A69A-A5DB94420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06E08A-E190-F181-20AD-26879B20C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E12CF5-E947-4ED0-F154-EF6EC0273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5C39EE-044F-303C-409C-2C711C13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B0E423-B4E2-256D-12EB-8A94D3C8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08BD6B-2865-8863-D9FF-D3016981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939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45CB9-B7BC-574F-3E57-98C4F9A4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322980D-CF06-86BE-8AD3-11D69F103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D27EEB-29F5-88D2-4DC0-1B2D86C8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C22349-3C6E-9957-8282-8769591D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78A203-FCC7-2C69-349D-393B3C3E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75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83D4AD-BB52-7778-D187-EF0C6C916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5F5CFA-8B99-F947-1058-BEC724B36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7541FF-2C5C-51C0-F8AE-D4425363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0CE629-05A9-CC68-BCB1-EB5C7C6B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B418B-BCF7-A868-82CF-B9CCDC10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245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FBFEE6-0FA0-950C-3296-BD2ACA35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F5E1F1-18CE-2CB7-25B9-B7EAE1B24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E70FC3-1E79-2DE7-D454-C541AA6AE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54C0D-199E-4A4F-9C8B-13A42AA7CC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79EBDC-C048-7D89-1B8C-ADD793CEE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D0C270-35A2-9D61-E8DF-BCDE728AC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320E8-719B-4295-B5A5-44BB61694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13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5BDF651-3413-87F2-EB3D-6FB22F9065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0B2FB0D-AD85-5629-6EAB-016E0EC99D4D}"/>
              </a:ext>
            </a:extLst>
          </p:cNvPr>
          <p:cNvSpPr/>
          <p:nvPr/>
        </p:nvSpPr>
        <p:spPr>
          <a:xfrm>
            <a:off x="0" y="587828"/>
            <a:ext cx="12192000" cy="62701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3EFC4AF-A991-2C37-A17D-4CF875E5841B}"/>
              </a:ext>
            </a:extLst>
          </p:cNvPr>
          <p:cNvSpPr/>
          <p:nvPr/>
        </p:nvSpPr>
        <p:spPr>
          <a:xfrm>
            <a:off x="215629" y="677631"/>
            <a:ext cx="2627544" cy="1526726"/>
          </a:xfrm>
          <a:prstGeom prst="roundRect">
            <a:avLst>
              <a:gd name="adj" fmla="val 65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5C9D417-E647-2464-2A06-052F9954B577}"/>
              </a:ext>
            </a:extLst>
          </p:cNvPr>
          <p:cNvSpPr/>
          <p:nvPr/>
        </p:nvSpPr>
        <p:spPr>
          <a:xfrm>
            <a:off x="272151" y="2514599"/>
            <a:ext cx="5279564" cy="4261758"/>
          </a:xfrm>
          <a:prstGeom prst="roundRect">
            <a:avLst>
              <a:gd name="adj" fmla="val 18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440B262-D28E-29D5-C77F-6E4F06A0B029}"/>
              </a:ext>
            </a:extLst>
          </p:cNvPr>
          <p:cNvSpPr/>
          <p:nvPr/>
        </p:nvSpPr>
        <p:spPr>
          <a:xfrm>
            <a:off x="5868732" y="2514600"/>
            <a:ext cx="6107638" cy="1902279"/>
          </a:xfrm>
          <a:prstGeom prst="roundRect">
            <a:avLst>
              <a:gd name="adj" fmla="val 55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F5F605A-12EE-3319-116A-05D2E606D5EB}"/>
              </a:ext>
            </a:extLst>
          </p:cNvPr>
          <p:cNvSpPr/>
          <p:nvPr/>
        </p:nvSpPr>
        <p:spPr>
          <a:xfrm>
            <a:off x="5868731" y="4498521"/>
            <a:ext cx="6107638" cy="2277836"/>
          </a:xfrm>
          <a:prstGeom prst="roundRect">
            <a:avLst>
              <a:gd name="adj" fmla="val 4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40DE3D6-7E1A-FB2A-14FE-467BBE0E431A}"/>
              </a:ext>
            </a:extLst>
          </p:cNvPr>
          <p:cNvSpPr/>
          <p:nvPr/>
        </p:nvSpPr>
        <p:spPr>
          <a:xfrm>
            <a:off x="3241188" y="677631"/>
            <a:ext cx="2627544" cy="1526726"/>
          </a:xfrm>
          <a:prstGeom prst="roundRect">
            <a:avLst>
              <a:gd name="adj" fmla="val 65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FF88A58-C37B-5E93-97E5-A704C96E8755}"/>
              </a:ext>
            </a:extLst>
          </p:cNvPr>
          <p:cNvSpPr/>
          <p:nvPr/>
        </p:nvSpPr>
        <p:spPr>
          <a:xfrm>
            <a:off x="6266747" y="677631"/>
            <a:ext cx="2627544" cy="1526726"/>
          </a:xfrm>
          <a:prstGeom prst="roundRect">
            <a:avLst>
              <a:gd name="adj" fmla="val 65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DEF8EE7-D00E-5C5F-245A-9D159737DE8F}"/>
              </a:ext>
            </a:extLst>
          </p:cNvPr>
          <p:cNvSpPr/>
          <p:nvPr/>
        </p:nvSpPr>
        <p:spPr>
          <a:xfrm>
            <a:off x="9292305" y="677631"/>
            <a:ext cx="2684065" cy="1526726"/>
          </a:xfrm>
          <a:prstGeom prst="roundRect">
            <a:avLst>
              <a:gd name="adj" fmla="val 65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80442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</dc:creator>
  <cp:lastModifiedBy>pedro</cp:lastModifiedBy>
  <cp:revision>1</cp:revision>
  <dcterms:created xsi:type="dcterms:W3CDTF">2025-07-23T21:39:17Z</dcterms:created>
  <dcterms:modified xsi:type="dcterms:W3CDTF">2025-07-24T17:03:19Z</dcterms:modified>
</cp:coreProperties>
</file>